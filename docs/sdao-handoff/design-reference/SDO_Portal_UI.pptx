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</p:sldIdLst>
  <p:notesMasterIdLst>
    <p:notesMasterId r:id="rId20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notesMaster" Target="notesMasters/notesMaster1.xml"/><Relationship Id="rId202" Type="http://schemas.openxmlformats.org/officeDocument/2006/relationships/presProps" Target="presProps.xml"/><Relationship Id="rId203" Type="http://schemas.openxmlformats.org/officeDocument/2006/relationships/viewProps" Target="viewProps.xml"/><Relationship Id="rId204" Type="http://schemas.openxmlformats.org/officeDocument/2006/relationships/theme" Target="theme/theme1.xml"/><Relationship Id="rId2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Chronological UI reference: web screens first, then mobile. One screen per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web and desktop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Initial. App opens on the sign-in form for students and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Error. Wrong password submitted. Inline alert; the email stays filled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Loading. Sign in clicked. Button locks with a spinner while credentials are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Help shown. Forgot password clicked. Note explains how to get a temporary password from the SDO.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Set a new password — Initial. Signed in with a temporary password. A new password must be set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Set a new password — Validation error. Passwords do not match and rules are not met. Alert plus rule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· Step 1 — Initial. Open the violation form clicked from sign-in. Details step is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· Step 1 — Validation error. Next clicked with empty fields. Each field shows its own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· Step 2 — Populated. Details accepted. Two violations ticked: No ID, Inappropriate attire.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· Step 2 — Validation error. Review clicked with nothing ticked. Asks for at least one violation.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· Step 3 — Review. Summary of details and violations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· Step 3 — Loading. Submit report clicked. Buttons lock while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· Step 3 — Error. Connection failed. Nothing was saved; the student can submit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violation form — Success. Report received with reference GI-1045 to show the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Staff dashboard — Populated. Officer signs in. Reports to validate lead; decisions, appointments and clearance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Account menu — Open. Avatar clicked. Account details, change password, sign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Reported. Gate report for Juan Dela Cruz opened from the queue. Validate or Reject.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SDO-2026-018 — Confirmation. Reject clicked. A reason is required and sent to the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Loading. Validate report clicked. Button shows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History tab. Validated. History lists each change with date and officer.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Awaiting decision. Stage 2. Sanction picker shows handbook options for this offense.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Success. Assign sanction clicked. Case moves to Sanctioned; toast confirms; student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Proof submitted. Student uploaded two files. Verify stays locked until each is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Proof file preview — Open. View clicked on the first file. Preview opens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All files viewed. Both files opened. Verify sanction is now enabled.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Return to student — Confirmation. Return to student clicked. Staff must say what needs fixing.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Success. Return cancelled; Verify sanction clicked. Sanction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Resolve case — Confirmation. Resolve case clicked. Confirms closing SDO-2026-011.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Resolved. Stage 4 of 4. Case kept on file; toast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Students · Maria Santos — Populated. Student record with cases, sanctions and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Reset password — Confirmation. Reset password clicked. The old password stops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Reset password — Success. Temporary password shown once, to hand over in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Record violation — Initial. Record violation opened from the sidebar. Student ID, violation,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Record violation — Validation error. Save clicked with missing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Record violation — Populated. Maria Santos found; Littering selected; remarks entered. Ready to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Appointments · A-104 — Populated. Upcoming list with detail. Complete, edit or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Mark completed — Confirmation. Mark completed clicked. Student is notified on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Cancel appointment — Confirmation. Cancel clicked. Reason required and shown to the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Edit or reschedule — Editing. Edit clicked. A new date marks it Rescheduled.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Make appointment — Initial. Make appointment opened. Student, reason, remarks, start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Make appointment — Validation error. Review clicked with empty fields. Student ID, reason and date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Make appointment — Review. Fields filled for 2024-100789. Summary before 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Appointments — Success. Saved as Scheduled; toast confirms; student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Handbook violations · Improper uniform — Editing. Violation opened. Name, category, section, text and sanction per offense.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Handbook violations · Improper uniform — Unsaved changes. Name edited. Save changes and Discard become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Add violation — Initial. Add violation opened. Blank entry with sanctions per offense.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Sanction templates — Empty. No template posted for this sanction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Sanction templates — File uploaded. violation-slip-form.pdf uploaded; description and requirements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Sanction templates — Success. Save clicked. Toast confirms; students now see it in the handbook.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Juan Dela Cruz — Populated. 1st Term 2026–2027. 1 of 4 requirements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Juan Dela Cruz — Success. Record completion clicked. No open cases marked done; progress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Reverse requirement — Confirmation. Reverse clicked. Reason is saved to the change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Add requirement — Initial. Add requirement clicked. Custom item for this student and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Activity history — Populated. Every clearance change with date and officer.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Maria Santos — Empty. Not set up for this term. Set up adds the standard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Juan Dela Cruz — Cleared. 3rd Term 2025–2026, 4 of 4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dashboard — Notification. Juan signs in. Unread count prompts Open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— Populated. All notifications; unread marked with a dot.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message — Open. Message clicked. Full text with a link to the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— Filtered. Important notices filter 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— Empty. Mark all as read, then Unread only. Nothing unread.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— Populated. Counts by class and status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· SDO-2026-016 — Sanctioned. Case detail with stage tracker and handbook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· SDO-2026-016 — Timeline tab. Each event on the case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sanctions · S-021 — In progress. Sanction detail with four steps and due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sanctions · S-021 — Next step. SDO note and where to upload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sanctions · S-011 — Verified. Cleared sanction kept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· SDO-2026-014 — Initial. No files yet. PDF or DOCX, 10 MB each, up to 5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Files added. Two files chosen. View or remove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File removed. Remove clicked on parent-acknowledgment.docx.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Validation error. photo-of-letter.png rejected: wrong file type. Other files stay.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Files added. parent-acknowledgment.docx added again. Ready to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Success. Submit for verification clicked. Now Pending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Return to student · SDO-2026-014 — Confirmation. Staff writes what to fix: the letter is not signed by a parent or guardian.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SDO-2026-014 — Returned. Return to student clicked. Toast confirms; student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· SDO-2026-014 — Returned. Student sees the SDO note and can upload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appointments — Upcoming. Visit window, reason and SDO remarks. View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appointments — History tab. Completed and cancelled visits.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Clearance — Not yet cleared. Requirements with status. Slip download stays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handbook — Populated. All offenses with category and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handbook · Improper uniform — Template posted. Sanction per offense; template to view or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Account menu — Open. Avatar clicked. Account details, change password, sign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Account details — Read only. Corrections go through the SDO.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Change password — Initial. Current and new password with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Change password — Validation error. Save clicked with empty fields. Alert above the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Loading. Placeholder cards while data 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Empty. Plain message when nothing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Error. Load failed. Nothing changed;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No access. Role lacks the page. Go to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phone views, same order as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Initial. App opens on the sign-in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Error. Wrong password. Inline alert; email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Loading. Button locks with a spinner.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Sign-in — Help shown. How to get a temporary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Set a new password — Initial. Signed in with a temporary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Set a new password — Validation error. Alert plus a live rule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· Step 1 — Initial. Details step,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· Step 1 — Validation error. Each empty field gets a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· Step 2 — Populated. Two violations ticked.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· Step 2 — Validation error. At least one violation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· Step 3 — Review. Check everything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· Step 3 — Loading. Buttons lock while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· Step 3 — Error. Not sent. Submit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PUBLIC. Gate form — Success. Reference number to show the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Staff dashboard — Populated. Reports to validate first. Bottom tab bar replaces the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Staff dashboard — Scrolled. Appointments, sanctions to verify,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More drawer — Open. More tab tapped. Every staff page plus create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Account menu — Open. Avatar tapped. Account details, password, sign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— Populated. Grouped by stage; search and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Reported. Stage tracker, details, Validate or Reject.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Reject report — Confirmation. Reason required; student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Success. Validated; toast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History tab. Every change with date and officer.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Awaiting decision. Stage 2 adds the sanction picker.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Choose a sanction — Selecting. Options follow the handbook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Success. Sanction assigned; student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SDO-2026-016 — Waiting for proof. No files yet; resolve disabled.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Proof submitted. Open each file before verifying.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All files viewed. Verify unlocks at 2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Return to student — Confirmation. Staff say what needs fixing.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Success. Sanction verified. Resolve case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SDO-2026-011 — Resolved. Stage 4 of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Students — Populated. Badges count sanctions to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Students · Maria Santos — Populated. Reset password or record a violation.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Students · Maria Santos — Scrolled. Cases, sanctions and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Reset password — Confirmation. Old password stops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Reset password — Success. Temporary password shown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Record violation — Initial. Student ID, violation,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Record violation — Validation error. Invalid student ID blocks 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Record violation — Populated. Student found; name confirms the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Record violation — Ready to save. Staff reports are saved as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Appointments — Populated. Upcoming and closed;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Appointments · A-104 — Detail. Complete, edit or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Mark completed — Confirmation. Student notified on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Cancel appointment — Confirmation. Reason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Edit or reschedule — Editing. A new date marks it Rescheduled.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Make appointment — Initial. Student, reason, remarks, start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Make appointment — Validation error. Reason and start date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Make appointment — Review. Summary before 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Appointments — Success. Listed as Scheduled; student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Handbook violations — Populated. Search and filter by minor or major.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Handbook violations · Improper uniform — Editing. Wording and sanction per offense.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Handbook violations · Improper uniform — Unsaved changes. Save enables once a field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Add violation — Initial. Blank entry with sanctions per offense.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Sanction templates — Populated. Filter by posted or not posted.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Sanction templates — Empty. No template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Sanction templates — File uploaded. View, replace or remove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Sanction templates — Success. Students see it in the handbook.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— Populated. Students per term with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Juan Dela Cruz — Requirements. Record, reverse or remove each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Juan Dela Cruz — Success. Marked done; progress 2 of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Reverse requirement — Confirmation. Reason saved to the change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Add requirement — Initial. Custom item for one student and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Activity history — Populated. Every change with date and officer.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Maria Santos — Empty. Not set up for this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Clearance · Juan Dela Cruz — Cleared. A past term at 4 of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dashboard — Notification. Unread count prompts Open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dashboard — Scrolled. Appointment, sanctions and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— Populated. Filter by type; unread marked with a dot.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message — Open. Full text with a link to the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— Filtered. Important notices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Inbox — Empty. Nothing unread after Mark all as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— Populated. Counts by class; status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· Case detail — Detail. Stage tracker and handbook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· Case detail — Timeline tab. Each event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sanctions — Populated. In progress, pending,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sanctions · S-021 — In progress. Four steps with due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sanctions · S-021 — Next step. SDO note and where to upload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sanctions · S-011 — Verified. Kept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· SDO-2026-014 — Initial. PDF or DOCX, 10 MB, up to 5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Files added. View or remove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Validation error. Wrong file type rejected; others stay.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Success. Now Pending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Upload proof — Under review. Replace or remove until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STAFF. Cases · SDO-2026-014 — Returned. Return note stays on the case; student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violations · Escalated case — Escalated. Timeline records the escalation to Major.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appointments — Upcoming. Visit window, reason and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My appointments — History tab. Completed and cancelled visits.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Clearance — Not yet cleared. Slip download stays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Clearance — Scrolled. How to get cleared and what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handbook — Populated. All offenses with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handbook · Entry — Detail. Sanction per offense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Student handbook · Improper uniform — Template posted. View or download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Account menu — Open. Account details, password, sign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Account details — Read only. Corrections go through the SDO.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Change password — Initial. Current and new, with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STUDENT. Change password — Validation error. Alert above the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Loading. Placeholder cards while data 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Empty. Plain message when nothing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Error. Nothing changed;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ROLES. Any page — No access. Back to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still open after this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7690" b="2769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62F73">
              <a:alpha val="8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2C94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84884"/>
            <a:ext cx="1333500" cy="1333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4000" y="4561284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NU FAIRVIEW · STUDENT DISCIPLINE OFFICE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524000" y="5094684"/>
            <a:ext cx="16764000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6"/>
              </a:lnSpc>
              <a:buNone/>
            </a:pPr>
            <a:r>
              <a:rPr lang="en-US" sz="8400" b="1" spc="-168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SDO Portal</a:t>
            </a:r>
            <a:endParaRPr lang="en-US" sz="8400" dirty="0"/>
          </a:p>
        </p:txBody>
      </p:sp>
      <p:sp>
        <p:nvSpPr>
          <p:cNvPr id="8" name="Text 4"/>
          <p:cNvSpPr/>
          <p:nvPr/>
        </p:nvSpPr>
        <p:spPr>
          <a:xfrm>
            <a:off x="1524000" y="6373267"/>
            <a:ext cx="117729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UI state reference: every screen, state and workflow step, one screen per slide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80213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67"/>
              </a:lnSpc>
              <a:buNone/>
            </a:pPr>
            <a:r>
              <a:rPr lang="en-US" sz="48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this reference is organised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80246"/>
            <a:ext cx="7886700" cy="38100"/>
          </a:xfrm>
          <a:prstGeom prst="rect">
            <a:avLst/>
          </a:prstGeom>
          <a:solidFill>
            <a:srgbClr val="35408E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023146"/>
            <a:ext cx="86753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54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 · Web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52500" y="3899446"/>
            <a:ext cx="812330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Desktop layout with sidebar, 1440 × 840. Sign-in, gate form, staff portal, student portal, page states.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448800" y="2680246"/>
            <a:ext cx="7886700" cy="38100"/>
          </a:xfrm>
          <a:prstGeom prst="rect">
            <a:avLst/>
          </a:prstGeom>
          <a:solidFill>
            <a:srgbClr val="35408E"/>
          </a:solidFill>
          <a:ln/>
        </p:spPr>
      </p:sp>
      <p:sp>
        <p:nvSpPr>
          <p:cNvPr id="8" name="Text 6"/>
          <p:cNvSpPr/>
          <p:nvPr/>
        </p:nvSpPr>
        <p:spPr>
          <a:xfrm>
            <a:off x="9448800" y="3023146"/>
            <a:ext cx="86753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54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2 · Mobile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448800" y="3899446"/>
            <a:ext cx="812330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Phone layout, 390 × 844. Sidebar hidden; bottom tab bar and More drawer. Same order as Part 1.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5337721"/>
            <a:ext cx="1687449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slide names the screen, the user role, the UI state, and the action that led to it or its result. Sample data follows the same students and cases throughout: Juan Dela Cruz (2023-100123), Maria Santos (2023-100456), cases SDO-2026-011 to 018.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54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93382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8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4543425"/>
            <a:ext cx="167640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06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views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524000" y="5953125"/>
            <a:ext cx="16764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 · Gate form · Staff portal · Student portal · Page states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1657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16579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16579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 opens on the sign-in form for students and staff.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6612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66129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66129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Wrong password submitted. Inline alert; the email stays filled in.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98155" y="1180951"/>
            <a:ext cx="1137345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64855" y="1314301"/>
            <a:ext cx="6801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9546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95460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95460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 in clicked. Button locks with a spinner while credentials are checked.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58381" y="1180951"/>
            <a:ext cx="147711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25081" y="1314301"/>
            <a:ext cx="1019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118891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188917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1188917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Forgot password clicked. Note explains how to get a temporary password from the SDO.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27821" y="1180951"/>
            <a:ext cx="190767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694521" y="1314301"/>
            <a:ext cx="14504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Help shown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7478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74784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a new password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74784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Signed in with a temporary password. A new password must be set first.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692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69283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a new password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69283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Passwords do not match and rules are not met. Alert plus rule checklist.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63477" y="1180951"/>
            <a:ext cx="237202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0177" y="1314301"/>
            <a:ext cx="1914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957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95744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 · Step 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95744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the violation form clicked from sign-in. Details step is empty.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9071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90718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 · Step 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90718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 clicked with empty fields. Each field shows its own message.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63477" y="1180951"/>
            <a:ext cx="237202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0177" y="1314301"/>
            <a:ext cx="1914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9558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95580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 · Step 2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95580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Details accepted. Two violations ticked: No ID, Inappropriate attire.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8839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88393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 · Step 2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88393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clicked with nothing ticked. Asks for at least one violation.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63477" y="1180951"/>
            <a:ext cx="237202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0177" y="1314301"/>
            <a:ext cx="1914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147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14778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 · Step 3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14778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Summary of details and violations before submitting.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965537" y="1180951"/>
            <a:ext cx="136996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32237" y="1314301"/>
            <a:ext cx="912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1451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14516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 · Step 3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14516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Submit report clicked. Buttons lock while sending.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58381" y="1180951"/>
            <a:ext cx="147711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25081" y="1314301"/>
            <a:ext cx="1019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2393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23935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 · Step 3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23935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Connection failed. Nothing was saved; the student can submit again.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98155" y="1180951"/>
            <a:ext cx="1137345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64855" y="1314301"/>
            <a:ext cx="6801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136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PUBLIC ·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1362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violation form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1362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 received with reference GI-1045 to show the guard.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117654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176541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dashboard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1176541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 signs in. Reports to validate lead; decisions, appointments and clearance follow.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907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9073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 menu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9073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Avatar clicked. Account details, change password, sign out.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77171" y="1180951"/>
            <a:ext cx="11583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43871" y="1314301"/>
            <a:ext cx="7011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9367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93676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93676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report for Juan Dela Cruz opened from the queue. Validate or Reject.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705237" y="1180951"/>
            <a:ext cx="163026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71937" y="1314301"/>
            <a:ext cx="11730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0521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05212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SDO-2026-018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05212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Reject clicked. A reason is required and sent to the student.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387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38783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38783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 report clicked. Button shows progress.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58381" y="1180951"/>
            <a:ext cx="147711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25081" y="1314301"/>
            <a:ext cx="1019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7548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75482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75482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Validated. History lists each change with date and officer.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81697" y="1180951"/>
            <a:ext cx="185380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48397" y="1314301"/>
            <a:ext cx="13966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History tab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9273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92732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92732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Stage 2. Sanction picker shows handbook options for this offense.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735473" y="1180951"/>
            <a:ext cx="2600027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02173" y="1314301"/>
            <a:ext cx="21446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Awaiting decision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11373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137349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113734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 sanction clicked. Case moves to Sanctioned; toast confirms; student notified.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2169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21692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21692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uploaded two files. Verify stays locked until each is opened.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898886" y="1180951"/>
            <a:ext cx="243661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65586" y="1314301"/>
            <a:ext cx="19794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Proof submitted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0708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07083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Proof file preview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07083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 clicked on the first file. Preview opens in place.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77171" y="1180951"/>
            <a:ext cx="11583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43871" y="1314301"/>
            <a:ext cx="7011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699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69954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69954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Both files opened. Verify sanction is now enabled.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022413" y="1180951"/>
            <a:ext cx="2313087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89113" y="1314301"/>
            <a:ext cx="18558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 files viewed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0868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08682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to student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08682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to student clicked. Staff must say what needs fixing.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0256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02560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02560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cancelled; Verify sanction clicked. Sanction verified.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3260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32606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 case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32606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 case clicked. Confirms closing SDO-2026-011.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2246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22461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22461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Stage 4 of 4. Case kept on file; toast confirms.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725031" y="1180951"/>
            <a:ext cx="161046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91731" y="1314301"/>
            <a:ext cx="11532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0389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03891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Students · Maria Santos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03891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record with cases, sanctions and clearance.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7613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76137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Reset password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7613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Reset password clicked. The old password stops working.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7261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72617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Reset password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72617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Temporary password shown once, to hand over in person.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77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77354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77354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 opened from the sidebar. Student ID, violation, remarks.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43755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437550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437550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Save clicked with missing fields.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63477" y="1180951"/>
            <a:ext cx="237202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0177" y="1314301"/>
            <a:ext cx="1914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6633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66336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66336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Maria Santos found; Littering selected; remarks entered. Ready to save.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8719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87193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Appointments · A-104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8719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Upcoming list with detail. Complete, edit or cancel.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4722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47225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completed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47225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completed clicked. Student is notified on confirm.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255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2557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Cancel appointment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2557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Cancel clicked. Reason required and shown to the student.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3099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39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30991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 or reschedule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30991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 clicked. A new date marks it Rescheduled.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955566" y="1180951"/>
            <a:ext cx="137993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22266" y="1314301"/>
            <a:ext cx="9227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6984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69845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appointment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69845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appointment opened. Student, reason, remarks, start date.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6052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60524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appointment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60524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clicked with empty fields. Student ID, reason and date required.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63477" y="1180951"/>
            <a:ext cx="237202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0177" y="1314301"/>
            <a:ext cx="1914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3681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36813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appointment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36813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Fields filled for 2024-100789. Summary before saving.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965537" y="1180951"/>
            <a:ext cx="136996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32237" y="1314301"/>
            <a:ext cx="912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2163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21637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Appointments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21637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Saved as Scheduled; toast confirms; student notified.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103478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034784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violations · Improper uniform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1034784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Violation opened. Name, category, section, text and sanction per offense.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955566" y="1180951"/>
            <a:ext cx="137993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22266" y="1314301"/>
            <a:ext cx="9227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103478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034784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violations · Improper uniform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1034784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Name edited. Save changes and Discard become available.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744105" y="1180951"/>
            <a:ext cx="2591395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10805" y="1314301"/>
            <a:ext cx="2135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Unsaved changes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2798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27984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violation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27984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violation opened. Blank entry with sanctions per offense.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5144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51443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51443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template posted for this sanction yet.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035784" y="1180951"/>
            <a:ext cx="1299716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02484" y="1314301"/>
            <a:ext cx="8425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616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61638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61638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violation-slip-form.pdf uploaded; description and requirements written.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12764" y="1180951"/>
            <a:ext cx="2122736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479464" y="1314301"/>
            <a:ext cx="16655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 uploaded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9330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49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93305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93305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Save clicked. Toast confirms; students now see it in the handbook.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9244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92448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Juan Dela Cruz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92448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1st Term 2026–2027. 1 of 4 requirements complete.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101376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51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013763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Juan Dela Cruz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1013763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completion clicked. No open cases marked done; progress updates.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9264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52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92644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Reverse requirement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92644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Reverse clicked. Reason is saved to the change log.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717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53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71777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requirement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71777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requirement clicked. Custom item for this student and term.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0809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54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08098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Activity history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08098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clearance change with date and officer.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676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55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67668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Maria Santos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67668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set up for this term. Set up adds the standard requirements.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035784" y="1180951"/>
            <a:ext cx="1299716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02484" y="1314301"/>
            <a:ext cx="8425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9244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56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92448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Juan Dela Cruz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92448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3rd Term 2025–2026, 4 of 4 complete.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72817" y="1180951"/>
            <a:ext cx="146268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39517" y="1314301"/>
            <a:ext cx="10054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5643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57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56431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dashboard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56431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Juan signs in. Unread count prompts Open inbox.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10557" y="1180951"/>
            <a:ext cx="192494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677257" y="1314301"/>
            <a:ext cx="14677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Notification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8060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58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80600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80600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 notifications; unread marked with a dot.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5875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59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58756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 message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58756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Message clicked. Full text with a link to the item.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77171" y="1180951"/>
            <a:ext cx="11583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43871" y="1314301"/>
            <a:ext cx="7011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42787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427874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427874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Important notices filter applied.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73859" y="1180951"/>
            <a:ext cx="1461641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40559" y="1314301"/>
            <a:ext cx="10044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Filtered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9347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93479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9347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all as read, then Unread only. Nothing unread.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035784" y="1180951"/>
            <a:ext cx="1299716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02484" y="1314301"/>
            <a:ext cx="8425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45698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456982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456982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Counts by class and status filters.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165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1657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 · SDO-2026-016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1657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 detail with stage tracker and handbook reference.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61605" y="1180951"/>
            <a:ext cx="1873895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8305" y="1314301"/>
            <a:ext cx="14166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165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1657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 · SDO-2026-016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1657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event on the case in order.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332422" y="1180951"/>
            <a:ext cx="2003078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99122" y="1314301"/>
            <a:ext cx="15458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Timeline tab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043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04371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sanctions · S-021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04371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detail with four steps and due date.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70386" y="1180951"/>
            <a:ext cx="186511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37086" y="1314301"/>
            <a:ext cx="14079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progress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417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41703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sanctions · S-021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41703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SDO note and where to upload proof.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655230" y="1180951"/>
            <a:ext cx="1680270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21930" y="1314301"/>
            <a:ext cx="1223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 step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300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30030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sanctions · S-011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30030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Cleared sanction kept for reference.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72817" y="1180951"/>
            <a:ext cx="146268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39517" y="1314301"/>
            <a:ext cx="10054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8140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81408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 · SDO-2026-014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81408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files yet. PDF or DOCX, 10 MB each, up to 5 files.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6528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69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65288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65288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files chosen. View or remove before sending.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47020" y="1180951"/>
            <a:ext cx="1888480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13720" y="1314301"/>
            <a:ext cx="1431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Files added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732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73228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73228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 clicked on parent-acknowledgment.docx.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87774" y="1180951"/>
            <a:ext cx="2047726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54474" y="1314301"/>
            <a:ext cx="15905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 removed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2266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22663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22663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photo-of-letter.png rejected: wrong file type. Other files stay.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63477" y="1180951"/>
            <a:ext cx="237202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0177" y="1314301"/>
            <a:ext cx="1914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82128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21288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821288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parent-acknowledgment.docx added again. Ready to submit.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47020" y="1180951"/>
            <a:ext cx="1888480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13720" y="1314301"/>
            <a:ext cx="1431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Files added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6826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68262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68262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Submit for verification clicked. Now Pending verification.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10607" y="1180951"/>
            <a:ext cx="15248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7307" y="1314301"/>
            <a:ext cx="10676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5639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74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56399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to student · SDO-2026-014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56399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writes what to fix: the letter is not signed by a parent or guardian.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56371" y="1180951"/>
            <a:ext cx="20791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3071" y="1314301"/>
            <a:ext cx="1621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309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STAFF · 75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3097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SDO-2026-014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3097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to student clicked. Toast confirms; student notified.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703153" y="1180951"/>
            <a:ext cx="1632347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69853" y="1314301"/>
            <a:ext cx="117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11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1198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 · SDO-2026-014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1198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sees the SDO note and can upload again.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703153" y="1180951"/>
            <a:ext cx="1632347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69853" y="1314301"/>
            <a:ext cx="117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66988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669888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appointments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669888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 window, reason and SDO remarks. View only.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603587" y="1180951"/>
            <a:ext cx="173191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70287" y="1314301"/>
            <a:ext cx="1274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Upcoming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45875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458750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appointments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458750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Completed and cancelled visits.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481697" y="1180951"/>
            <a:ext cx="185380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48397" y="1314301"/>
            <a:ext cx="13966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History tab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357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79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35798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35798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Requirements with status. Slip download stays locked.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97113" y="1180951"/>
            <a:ext cx="2338388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63813" y="1314301"/>
            <a:ext cx="18811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yet cleared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260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80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26036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handbook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2603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 offenses with category and section.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96146" y="1180951"/>
            <a:ext cx="173935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2846" y="1314301"/>
            <a:ext cx="1282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98377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81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83771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handbook · Improper uniform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983771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per offense; template to view or download.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825960" y="1180951"/>
            <a:ext cx="2509540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92660" y="1314301"/>
            <a:ext cx="2052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Template posted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9907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82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99073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 menu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99073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Avatar clicked. Account details, change password, sign out.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77171" y="1180951"/>
            <a:ext cx="115832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43871" y="1314301"/>
            <a:ext cx="7011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44069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83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440693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 details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440693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Corrections go through the SDO.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642878" y="1180951"/>
            <a:ext cx="1692622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09578" y="1314301"/>
            <a:ext cx="12354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 only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1082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84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10827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Change password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1082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Current and new password with rules.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21807" y="1180951"/>
            <a:ext cx="121369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88507" y="1314301"/>
            <a:ext cx="756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71158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STUDENT · 85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711586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Change password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71158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Save clicked with empty fields. Alert above the form.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963477" y="1180951"/>
            <a:ext cx="2372023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0177" y="1314301"/>
            <a:ext cx="1914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47854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ALL ROLES · 86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478543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478543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Placeholder cards while data loads.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858381" y="1180951"/>
            <a:ext cx="1477119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25081" y="1314301"/>
            <a:ext cx="1019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48185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ALL ROLES · 87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481850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481850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Plain message when nothing exists.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035784" y="1180951"/>
            <a:ext cx="1299716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02484" y="1314301"/>
            <a:ext cx="8425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4448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ALL ROLES · 88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44486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44486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 failed. Nothing changed; Try again.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198155" y="1180951"/>
            <a:ext cx="1137345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64855" y="1314301"/>
            <a:ext cx="6801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9100"/>
            <a:ext cx="50966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· ALL ROLES · 89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509664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1382911"/>
            <a:ext cx="509664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10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 lacks the page. Go to dashboard.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601206" y="1180951"/>
            <a:ext cx="1734294" cy="561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67906" y="1314301"/>
            <a:ext cx="12770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access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2009626"/>
            <a:ext cx="12592050" cy="7353300"/>
          </a:xfrm>
          <a:prstGeom prst="roundRect">
            <a:avLst>
              <a:gd name="adj" fmla="val 1813"/>
            </a:avLst>
          </a:prstGeom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4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2009626"/>
            <a:ext cx="1259205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354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93382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8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4543425"/>
            <a:ext cx="167640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06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views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524000" y="5953125"/>
            <a:ext cx="16764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Sidebar hidden · Bottom tab bar · More drawer · 44px tap targets</a:t>
            </a:r>
            <a:endParaRPr lang="en-US" sz="27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01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 opens on the sign-in form.</a:t>
            </a:r>
            <a:endParaRPr lang="en-US" sz="25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02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18377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7265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Wrong password. Inline alert; email kept.</a:t>
            </a:r>
            <a:endParaRPr lang="en-US" sz="25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03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549598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0923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Button locks with a spinner.</a:t>
            </a:r>
            <a:endParaRPr lang="en-US" sz="25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04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Sign-in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013347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5561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Help shown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to get a temporary password.</a:t>
            </a:r>
            <a:endParaRPr lang="en-US" sz="25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05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a new password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Signed in with a temporary password.</a:t>
            </a:r>
            <a:endParaRPr lang="en-US" sz="25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06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a new password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134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56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Alert plus a live rule checklist.</a:t>
            </a:r>
            <a:endParaRPr lang="en-US" sz="25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07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 · Step 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Details step, empty.</a:t>
            </a:r>
            <a:endParaRPr lang="en-US" sz="25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08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 · Step 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134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56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empty field gets a message.</a:t>
            </a:r>
            <a:endParaRPr lang="en-US" sz="25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09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 · Step 2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violations ticked.</a:t>
            </a:r>
            <a:endParaRPr lang="en-US" sz="25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10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 · Step 2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134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56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 least one violation required.</a:t>
            </a:r>
            <a:endParaRPr lang="en-US" sz="25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11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 · Step 3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434257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9770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 everything before submitting.</a:t>
            </a:r>
            <a:endParaRPr lang="en-US" sz="25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12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 · Step 3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549598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0923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Buttons lock while sending.</a:t>
            </a:r>
            <a:endParaRPr lang="en-US" sz="25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13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 · Step 3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18377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7265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sent. Submit again.</a:t>
            </a:r>
            <a:endParaRPr lang="en-US" sz="25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PUBLIC · 14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Gate form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Reference number to show the guard.</a:t>
            </a:r>
            <a:endParaRPr lang="en-US" sz="25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465463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15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027438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dashboard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034707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168057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5882432"/>
            <a:ext cx="882967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Reports to validate first. Bottom tab bar replaces the sidebar.</a:t>
            </a:r>
            <a:endParaRPr lang="en-US" sz="25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16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dashboard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407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6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Scrolled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Appointments, sanctions to verify, clearance.</a:t>
            </a:r>
            <a:endParaRPr lang="en-US" sz="25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17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More drawer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0640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7492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More tab tapped. Every staff page plus create actions.</a:t>
            </a:r>
            <a:endParaRPr lang="en-US" sz="25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18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 menu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0640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7492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Avatar tapped. Account details, password, sign out.</a:t>
            </a:r>
            <a:endParaRPr lang="en-US" sz="25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19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Grouped by stage; search and filter.</a:t>
            </a:r>
            <a:endParaRPr lang="en-US" sz="25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71464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25744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Stage tracker, details, Validate or Reject.</a:t>
            </a:r>
            <a:endParaRPr lang="en-US" sz="25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Reject report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19804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408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Reason required; student notified.</a:t>
            </a:r>
            <a:endParaRPr lang="en-US" sz="25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Validated; toast confirms.</a:t>
            </a:r>
            <a:endParaRPr lang="en-US" sz="25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955304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498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History tab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change with date and officer.</a:t>
            </a:r>
            <a:endParaRPr lang="en-US" sz="25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759125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3084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Awaiting decision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Stage 2 adds the sanction picker.</a:t>
            </a:r>
            <a:endParaRPr lang="en-US" sz="25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Choose a sanction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754237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2970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Options follow the handbook entry.</a:t>
            </a:r>
            <a:endParaRPr lang="en-US" sz="25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assigned; student notified.</a:t>
            </a:r>
            <a:endParaRPr lang="en-US" sz="25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SDO-2026-016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677864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224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Waiting for proof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files yet; resolve disabled.</a:t>
            </a:r>
            <a:endParaRPr lang="en-US" sz="25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8306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1271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Proof submitted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each file before verifying.</a:t>
            </a:r>
            <a:endParaRPr lang="en-US" sz="25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29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4500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9928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 files viewed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Verify unlocks at 2 of 2.</a:t>
            </a:r>
            <a:endParaRPr lang="en-US" sz="25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to student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19804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408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say what needs fixing.</a:t>
            </a:r>
            <a:endParaRPr lang="en-US" sz="25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verified. Resolve case next.</a:t>
            </a:r>
            <a:endParaRPr lang="en-US" sz="25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93366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2361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Stage 4 of 4.</a:t>
            </a:r>
            <a:endParaRPr lang="en-US" sz="25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Badges count sanctions to verify.</a:t>
            </a:r>
            <a:endParaRPr lang="en-US" sz="25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Students · Maria Santos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Reset password or record a violation.</a:t>
            </a:r>
            <a:endParaRPr lang="en-US" sz="25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Students · Maria Santos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407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6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Scrolled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Cases, sanctions and clearance.</a:t>
            </a:r>
            <a:endParaRPr lang="en-US" sz="25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Reset password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19804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408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Old password stops working.</a:t>
            </a:r>
            <a:endParaRPr lang="en-US" sz="25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Reset password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Temporary password shown once.</a:t>
            </a:r>
            <a:endParaRPr lang="en-US" sz="25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ID, violation, remarks.</a:t>
            </a:r>
            <a:endParaRPr lang="en-US" sz="25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39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134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56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Invalid student ID blocks saving.</a:t>
            </a:r>
            <a:endParaRPr lang="en-US" sz="25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found; name confirms the match.</a:t>
            </a:r>
            <a:endParaRPr lang="en-US" sz="25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violation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28436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8271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Ready to save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reports are saved as validated.</a:t>
            </a:r>
            <a:endParaRPr lang="en-US" sz="25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Appointments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Upcoming and closed; filters.</a:t>
            </a:r>
            <a:endParaRPr lang="en-US" sz="25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Appointments · A-104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964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392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Detail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Complete, edit or cancel.</a:t>
            </a:r>
            <a:endParaRPr lang="en-US" sz="25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completed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19804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408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notified on confirm.</a:t>
            </a:r>
            <a:endParaRPr lang="en-US" sz="25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Cancel appointment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19804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408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Reason required.</a:t>
            </a:r>
            <a:endParaRPr lang="en-US" sz="25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 or reschedule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44512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9879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new date marks it Rescheduled.</a:t>
            </a:r>
            <a:endParaRPr lang="en-US" sz="25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appointment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Student, reason, remarks, start date.</a:t>
            </a:r>
            <a:endParaRPr lang="en-US" sz="25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appointment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134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56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Reason and start date required.</a:t>
            </a:r>
            <a:endParaRPr lang="en-US" sz="25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49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appointment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434257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9770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Summary before saving.</a:t>
            </a:r>
            <a:endParaRPr lang="en-US" sz="25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Appointments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Listed as Scheduled; student notified.</a:t>
            </a:r>
            <a:endParaRPr lang="en-US" sz="25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violations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Search and filter by minor or major.</a:t>
            </a:r>
            <a:endParaRPr lang="en-US" sz="25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329880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3891855"/>
            <a:ext cx="10203180" cy="151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violations · Improper uniform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639693"/>
            <a:ext cx="144512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773043"/>
            <a:ext cx="9879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487418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Wording and sanction per offense.</a:t>
            </a:r>
            <a:endParaRPr lang="en-US" sz="25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329880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3891855"/>
            <a:ext cx="10203180" cy="151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violations · Improper uniform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639693"/>
            <a:ext cx="274960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773043"/>
            <a:ext cx="22986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Unsaved changes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487418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Save enables once a field changes.</a:t>
            </a:r>
            <a:endParaRPr lang="en-US" sz="255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violation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Blank entry with sanctions per offense.</a:t>
            </a:r>
            <a:endParaRPr lang="en-US" sz="25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Filter by posted or not posted.</a:t>
            </a:r>
            <a:endParaRPr lang="en-US" sz="25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35865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9014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template yet.</a:t>
            </a:r>
            <a:endParaRPr lang="en-US" sz="255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2449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877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 uploaded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View, replace or remove the file.</a:t>
            </a:r>
            <a:endParaRPr lang="en-US" sz="25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Students see it in the handbook.</a:t>
            </a:r>
            <a:endParaRPr lang="en-US" sz="25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59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Students per term with progress.</a:t>
            </a:r>
            <a:endParaRPr lang="en-US" sz="25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60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Juan Dela Cruz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32127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8640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Requirements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Record, reverse or remove each item.</a:t>
            </a:r>
            <a:endParaRPr lang="en-US" sz="255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61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Juan Dela Cruz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Marked done; progress 2 of 4.</a:t>
            </a:r>
            <a:endParaRPr lang="en-US" sz="25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62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Reverse requirement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19804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408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Reason saved to the change log.</a:t>
            </a:r>
            <a:endParaRPr lang="en-US" sz="255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63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requirement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 item for one student and term.</a:t>
            </a:r>
            <a:endParaRPr lang="en-US" sz="25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64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Activity history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change with date and officer.</a:t>
            </a:r>
            <a:endParaRPr lang="en-US" sz="25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65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Maria Santos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35865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9014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set up for this term.</a:t>
            </a:r>
            <a:endParaRPr lang="en-US" sz="25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66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 · Juan Dela Cruz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53426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0770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past term at 4 of 4.</a:t>
            </a:r>
            <a:endParaRPr lang="en-US" sz="25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67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dashboard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03195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574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Notification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Unread count prompts Open inbox.</a:t>
            </a:r>
            <a:endParaRPr lang="en-US" sz="25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68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dashboard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407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6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Scrolled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Appointment, sanctions and clearance.</a:t>
            </a:r>
            <a:endParaRPr lang="en-US" sz="25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69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Filter by type; unread marked with a dot.</a:t>
            </a:r>
            <a:endParaRPr lang="en-US" sz="25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 message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0640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7492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text with a link to the item.</a:t>
            </a:r>
            <a:endParaRPr lang="en-US" sz="255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53307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0758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Filtered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Important notices only.</a:t>
            </a:r>
            <a:endParaRPr lang="en-US" sz="25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Inbox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35865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9014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Nothing unread after Mark all as read.</a:t>
            </a:r>
            <a:endParaRPr lang="en-US" sz="255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Counts by class; status filters.</a:t>
            </a:r>
            <a:endParaRPr lang="en-US" sz="25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 · Case detail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964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392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Detail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Stage tracker and handbook reference.</a:t>
            </a:r>
            <a:endParaRPr lang="en-US" sz="25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 · Case detail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116038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6588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Timeline tab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event in order.</a:t>
            </a:r>
            <a:endParaRPr lang="en-US" sz="25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sanctions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progress, pending, cleared.</a:t>
            </a:r>
            <a:endParaRPr lang="en-US" sz="25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sanctions · S-021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967508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510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progress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steps with due date.</a:t>
            </a:r>
            <a:endParaRPr lang="en-US" sz="25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sanctions · S-021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768525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113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 step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SDO note and where to upload proof.</a:t>
            </a:r>
            <a:endParaRPr lang="en-US" sz="255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79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sanctions · S-011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53412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0769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Kept for reference.</a:t>
            </a:r>
            <a:endParaRPr lang="en-US" sz="25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 · SDO-2026-014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PDF or DOCX, 10 MB, up to 5 files.</a:t>
            </a:r>
            <a:endParaRPr lang="en-US" sz="25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99266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5354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Files added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 or remove before sending.</a:t>
            </a:r>
            <a:endParaRPr lang="en-US" sz="25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134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56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Wrong file type rejected; others stay.</a:t>
            </a:r>
            <a:endParaRPr lang="en-US" sz="255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12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40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Now Pending verification.</a:t>
            </a:r>
            <a:endParaRPr lang="en-US" sz="255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proof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200424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74322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 review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Replace or remove until verified.</a:t>
            </a:r>
            <a:endParaRPr lang="en-US" sz="25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STAFF · 85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Cases · SDO-2026-014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71688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2596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note stays on the case; student notified.</a:t>
            </a:r>
            <a:endParaRPr lang="en-US" sz="25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violations · Escalated case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79337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361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Escalated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Timeline records the escalation to Major.</a:t>
            </a:r>
            <a:endParaRPr lang="en-US" sz="255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appointments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24038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668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Upcoming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 window, reason and remarks.</a:t>
            </a:r>
            <a:endParaRPr lang="en-US" sz="25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appointments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955304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498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History tab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Completed and cancelled visits.</a:t>
            </a:r>
            <a:endParaRPr lang="en-US" sz="25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89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477244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200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yet cleared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Slip download stays locked.</a:t>
            </a:r>
            <a:endParaRPr lang="en-US" sz="25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Clearance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60407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146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Scrolled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to get cleared and what to do next.</a:t>
            </a:r>
            <a:endParaRPr lang="en-US" sz="255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handbook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32223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750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Populated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 offenses with section.</a:t>
            </a:r>
            <a:endParaRPr lang="en-US" sz="25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handbook · Entry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964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392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Detail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per offense count.</a:t>
            </a:r>
            <a:endParaRPr lang="en-US" sz="255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329880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93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3891855"/>
            <a:ext cx="10203180" cy="151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handbook · Improper uniform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639693"/>
            <a:ext cx="266164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773043"/>
            <a:ext cx="22080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Template posted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487418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 or download the file.</a:t>
            </a:r>
            <a:endParaRPr lang="en-US" sz="25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94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 menu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06401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7492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 details, password, sign out.</a:t>
            </a:r>
            <a:endParaRPr lang="en-US" sz="25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95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 details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781770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245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 only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Corrections go through the SDO.</a:t>
            </a:r>
            <a:endParaRPr lang="en-US" sz="25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Change password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26593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808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Initial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Current and new, with rules.</a:t>
            </a:r>
            <a:endParaRPr lang="en-US" sz="255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STUDENT · 97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Change password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251340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2056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Alert above the form.</a:t>
            </a:r>
            <a:endParaRPr lang="en-US" sz="255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ALL ROLES · 98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549598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0923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Placeholder cards while data loads.</a:t>
            </a:r>
            <a:endParaRPr lang="en-US" sz="255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ALL ROLES · 99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358652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9014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Empty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Plain message when nothing exists.</a:t>
            </a:r>
            <a:endParaRPr lang="en-US" sz="255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ALL ROLES · 100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183779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7265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Error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Nothing changed; Try again.</a:t>
            </a:r>
            <a:endParaRPr lang="en-US" sz="255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762000"/>
            <a:ext cx="4152900" cy="8763000"/>
          </a:xfrm>
          <a:prstGeom prst="roundRect">
            <a:avLst>
              <a:gd name="adj" fmla="val 11009"/>
            </a:avLst>
          </a:prstGeom>
          <a:solidFill>
            <a:srgbClr val="1C24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857250"/>
            <a:ext cx="3962400" cy="857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3700165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 · ALL ROLES · 101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858000" y="4262140"/>
            <a:ext cx="108966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5400" b="1" dirty="0">
                <a:solidFill>
                  <a:srgbClr val="1C2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page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858000" y="5269409"/>
            <a:ext cx="1826716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540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4700" y="5402759"/>
            <a:ext cx="1369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408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access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6117134"/>
            <a:ext cx="9429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2550" dirty="0">
                <a:solidFill>
                  <a:srgbClr val="4A54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 to dashboard.</a:t>
            </a:r>
            <a:endParaRPr lang="en-US" sz="25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26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16036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8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3655665"/>
            <a:ext cx="167640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4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items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638300" y="4992886"/>
            <a:ext cx="1367790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 are not pre-filled; staff create and upload them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content needs to be loaded and reviewed by the SDO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staff notices editor has no entry in the current navigation</a:t>
            </a:r>
            <a:endParaRPr lang="en-US" sz="30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26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16036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8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3655665"/>
            <a:ext cx="167640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4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items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638300" y="4992886"/>
            <a:ext cx="1367790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 are not pre-filled; staff create and upload them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content needs to be loaded and reviewed by the SDO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staff notices editor has no entry in the current navigation</a:t>
            </a:r>
            <a:endParaRPr lang="en-US" sz="30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26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16036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8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3655665"/>
            <a:ext cx="167640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4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items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638300" y="4992886"/>
            <a:ext cx="1367790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 are not pre-filled; staff create and upload them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content needs to be loaded and reviewed by the SDO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staff notices editor has no entry in the current navigation</a:t>
            </a:r>
            <a:endParaRPr lang="en-US" sz="30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26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16036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8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3655665"/>
            <a:ext cx="167640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4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items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638300" y="4992886"/>
            <a:ext cx="1367790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 are not pre-filled; staff create and upload them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content needs to be loaded and reviewed by the SDO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staff notices editor has no entry in the current navigation</a:t>
            </a:r>
            <a:endParaRPr lang="en-US" sz="30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26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16036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80" kern="0" dirty="0">
                <a:solidFill>
                  <a:srgbClr val="F2C9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3655665"/>
            <a:ext cx="167640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4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items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638300" y="4992886"/>
            <a:ext cx="1367790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Sanction templates are not pre-filled; staff create and upload them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Handbook content needs to be loaded and reviewed by the SDO</a:t>
            </a:r>
            <a:endParaRPr lang="en-US" sz="3000" dirty="0"/>
          </a:p>
          <a:p>
            <a:pPr algn="l" marL="266700" indent="-266700">
              <a:lnSpc>
                <a:spcPct val="119149"/>
              </a:lnSpc>
              <a:buSzPct val="100000"/>
              <a:buChar char="•"/>
              <a:tabLst>
                <a:tab pos="266700" algn="l"/>
              </a:tabLst>
            </a:pPr>
            <a:r>
              <a:rPr lang="en-US" sz="3000" dirty="0">
                <a:solidFill>
                  <a:srgbClr val="E3E7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staff notices editor has no entry in the current navigation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199</Slides>
  <Notes>199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199</vt:i4>
      </vt:variant>
    </vt:vector>
  </HeadingPairs>
  <TitlesOfParts>
    <vt:vector size="2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2026-10-12T14:33:45Z</dcterms:created>
  <dcterms:modified xsi:type="dcterms:W3CDTF">2026-10-12T14:33:45Z</dcterms:modified>
</cp:coreProperties>
</file>